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Arimo" panose="020B0604020202020204" charset="0"/>
      <p:regular r:id="rId15"/>
    </p:embeddedFont>
    <p:embeddedFont>
      <p:font typeface="Outfit Extra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F063D-53A8-2249-949C-4186A85BD4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B48459-7696-2F44-B2DF-C86515B55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06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6F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66031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Intelligent Threat Detection in Cybersecurity Using Advanced Data Mining Techniques</a:t>
            </a:r>
            <a:endParaRPr lang="en-US" sz="2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6F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9" y="371401"/>
            <a:ext cx="3300487" cy="44006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47526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Cybersecurity Challenge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925119" y="1023565"/>
            <a:ext cx="4722763" cy="928762"/>
          </a:xfrm>
          <a:prstGeom prst="roundRect">
            <a:avLst>
              <a:gd name="adj" fmla="val 581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8320" y="1156767"/>
            <a:ext cx="44563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Explosive Growth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58320" y="1427262"/>
            <a:ext cx="44563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Internet usage, cloud computing, and IoT devices have expanded dramatically — and cyber threats have scaled with them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25119" y="2068711"/>
            <a:ext cx="4722763" cy="928762"/>
          </a:xfrm>
          <a:prstGeom prst="roundRect">
            <a:avLst>
              <a:gd name="adj" fmla="val 581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58320" y="2201912"/>
            <a:ext cx="44563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Known Attacks Only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58320" y="2472407"/>
            <a:ext cx="44563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Traditional signature-based systems detect only previously catalogued attack patterns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25119" y="3113856"/>
            <a:ext cx="4722763" cy="732830"/>
          </a:xfrm>
          <a:prstGeom prst="roundRect">
            <a:avLst>
              <a:gd name="adj" fmla="val 7363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8320" y="3247058"/>
            <a:ext cx="44563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Zero-Day Blind Spots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58320" y="3517553"/>
            <a:ext cx="44563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Novel exploits slip through undetected, leaving critical infrastructure exposed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25119" y="3963070"/>
            <a:ext cx="4722763" cy="732830"/>
          </a:xfrm>
          <a:prstGeom prst="roundRect">
            <a:avLst>
              <a:gd name="adj" fmla="val 7363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8320" y="4096271"/>
            <a:ext cx="44563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Manual Overload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058320" y="4366766"/>
            <a:ext cx="44563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 analysis by hand is slow, inconsistent, and error-prone at enterprise scale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795858"/>
            <a:ext cx="5177582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Why Current Systems Fall Short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988" y="1841302"/>
            <a:ext cx="1631305" cy="24886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11997" y="2002110"/>
            <a:ext cx="1233488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Signature-Based Detection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711997" y="2808238"/>
            <a:ext cx="123348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Only catches known attack patterns — entirely blind to novel or polymorphic threats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8052" y="1841302"/>
            <a:ext cx="1631379" cy="24886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61" y="2002110"/>
            <a:ext cx="12335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High False Positives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85061" y="2586782"/>
            <a:ext cx="1233562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Alert fatigue overwhelms security teams with noise, causing critical signals to be missed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1190" y="1841302"/>
            <a:ext cx="1631379" cy="2488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58199" y="2002110"/>
            <a:ext cx="12335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No Adaptive Intelligence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58199" y="2586782"/>
            <a:ext cx="1233562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Rigid rule-based systems cannot learn or evolve in response to emerging threat vectors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9E6F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364" y="83046"/>
            <a:ext cx="3318272" cy="4977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32271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What is the Problem?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496119" y="908149"/>
            <a:ext cx="5179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Modern organizations face several cybersecurity challenges: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1166664"/>
            <a:ext cx="166092" cy="1660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5985" y="1163241"/>
            <a:ext cx="4362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Millions of network events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55985" y="1388120"/>
            <a:ext cx="4362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are generated every day — far exceeding manual analysis capacity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1722313"/>
            <a:ext cx="166092" cy="1660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5985" y="1718890"/>
            <a:ext cx="4362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Security analysts cannot manually inspect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55985" y="1943770"/>
            <a:ext cx="4362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event, creating dangerous blind spots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2277963"/>
            <a:ext cx="166092" cy="1660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5985" y="2274540"/>
            <a:ext cx="4362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Signature-based detection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855985" y="2499420"/>
            <a:ext cx="4362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only identifies previously known attacks, leaving zero-day exploits undetected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2833613"/>
            <a:ext cx="166092" cy="1660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5985" y="2830190"/>
            <a:ext cx="4362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False alarms overwhelm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855985" y="3055069"/>
            <a:ext cx="4362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security teams, causing alert fatigue and missed critical signals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3389263"/>
            <a:ext cx="166092" cy="1660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55985" y="3385840"/>
            <a:ext cx="4362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Delayed detection</a:t>
            </a:r>
            <a:endParaRPr lang="en-US" sz="1050" dirty="0"/>
          </a:p>
        </p:txBody>
      </p:sp>
      <p:sp>
        <p:nvSpPr>
          <p:cNvPr id="20" name="Text 12"/>
          <p:cNvSpPr/>
          <p:nvPr/>
        </p:nvSpPr>
        <p:spPr>
          <a:xfrm>
            <a:off x="855985" y="3610719"/>
            <a:ext cx="4362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leads to data breaches, financial loss, and service disruption</a:t>
            </a:r>
            <a:endParaRPr lang="en-US" sz="850" dirty="0"/>
          </a:p>
        </p:txBody>
      </p:sp>
      <p:sp>
        <p:nvSpPr>
          <p:cNvPr id="21" name="Text 13"/>
          <p:cNvSpPr/>
          <p:nvPr/>
        </p:nvSpPr>
        <p:spPr>
          <a:xfrm>
            <a:off x="662211" y="3995589"/>
            <a:ext cx="455667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Problem Statement: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662211" y="4298379"/>
            <a:ext cx="455667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 an intelligent cybersecurity system that automatically detects malicious activities in network traffic using advanced data mining and machine learning techniques.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496119" y="3865811"/>
            <a:ext cx="14288" cy="845418"/>
          </a:xfrm>
          <a:prstGeom prst="roundRect">
            <a:avLst>
              <a:gd name="adj" fmla="val 49998"/>
            </a:avLst>
          </a:prstGeom>
          <a:solidFill>
            <a:srgbClr val="5E4CE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1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Our Solution: Intelligent Threat Detection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207666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327548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Reduce False Positives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81" y="3390122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Real-Time ML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6226" y="3390122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Mining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20871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By combining machine learning with data mining, this system moves beyond static rules to deliver adaptive, accurate, and scalable threat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4236"/>
            <a:ext cx="391380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Core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94110"/>
            <a:ext cx="39138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targets four measurable outcomes that address the most pressing gaps in modern cybersecurity systems.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8836" y="569788"/>
            <a:ext cx="1894582" cy="20426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06355" y="66942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886027" y="1101403"/>
            <a:ext cx="160020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Automated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86027" y="1641351"/>
            <a:ext cx="16002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 cyber threats automatically with high accuracy, minimizing human intervention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7988" y="569788"/>
            <a:ext cx="1894656" cy="20426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25507" y="66942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905179" y="1101403"/>
            <a:ext cx="1600274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Attack Classification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05179" y="1641351"/>
            <a:ext cx="1600274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Classify multiple attack categories including DDoS, intrusion, and malware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8836" y="2737024"/>
            <a:ext cx="1894582" cy="18366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06355" y="283666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886027" y="3268638"/>
            <a:ext cx="160020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False Positive Reduction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86027" y="3808586"/>
            <a:ext cx="16002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Minimize noise so security teams focus on genuine threats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7988" y="2737024"/>
            <a:ext cx="1894656" cy="18366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25507" y="283666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905179" y="3268638"/>
            <a:ext cx="1600274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Actionable Recommendations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05179" y="3808586"/>
            <a:ext cx="160027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 intelligent, context-aware guidance for security response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3676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layer is modular and independently scalable — enabling incremental upgrades without disrupting the full pipeline.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6F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0894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964531"/>
            <a:ext cx="4722763" cy="1870025"/>
          </a:xfrm>
          <a:prstGeom prst="roundRect">
            <a:avLst>
              <a:gd name="adj" fmla="val 318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1969294"/>
            <a:ext cx="2356619" cy="1043657"/>
          </a:xfrm>
          <a:custGeom>
            <a:avLst/>
            <a:gdLst/>
            <a:ahLst/>
            <a:cxnLst/>
            <a:rect l="l" t="t" r="r" b="b"/>
            <a:pathLst>
              <a:path w="2356619" h="1043657">
                <a:moveTo>
                  <a:pt x="49619" y="0"/>
                </a:moveTo>
                <a:lnTo>
                  <a:pt x="2356619" y="0"/>
                </a:lnTo>
                <a:lnTo>
                  <a:pt x="2356619" y="1043657"/>
                </a:lnTo>
                <a:lnTo>
                  <a:pt x="0" y="1043657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7" name="Text 4"/>
          <p:cNvSpPr/>
          <p:nvPr/>
        </p:nvSpPr>
        <p:spPr>
          <a:xfrm>
            <a:off x="4071640" y="2111053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ML &amp; Analysis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1640" y="2417564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Scikit-learn, XGBoost, Pandas, NumPy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6500" y="1969294"/>
            <a:ext cx="2356619" cy="1043657"/>
          </a:xfrm>
          <a:custGeom>
            <a:avLst/>
            <a:gdLst/>
            <a:ahLst/>
            <a:cxnLst/>
            <a:rect l="l" t="t" r="r" b="b"/>
            <a:pathLst>
              <a:path w="2356619" h="1043657">
                <a:moveTo>
                  <a:pt x="0" y="0"/>
                </a:moveTo>
                <a:lnTo>
                  <a:pt x="2307000" y="0"/>
                </a:lnTo>
                <a:arcTo wR="49619" hR="49619" stAng="16200000" swAng="5400000"/>
                <a:lnTo>
                  <a:pt x="2356619" y="1043657"/>
                </a:lnTo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1969294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</p:sp>
      <p:sp>
        <p:nvSpPr>
          <p:cNvPr id="11" name="Text 8"/>
          <p:cNvSpPr/>
          <p:nvPr/>
        </p:nvSpPr>
        <p:spPr>
          <a:xfrm>
            <a:off x="6428259" y="2111053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8259" y="2417564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Python, Flask, SQLite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9881" y="3012951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0" y="0"/>
                </a:moveTo>
                <a:lnTo>
                  <a:pt x="4713238" y="0"/>
                </a:lnTo>
                <a:lnTo>
                  <a:pt x="4713238" y="767225"/>
                </a:lnTo>
                <a:arcTo wR="49619" hR="49619" stAng="0" swAng="5400000"/>
                <a:lnTo>
                  <a:pt x="49619" y="816843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9881" y="3012951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</p:sp>
      <p:sp>
        <p:nvSpPr>
          <p:cNvPr id="15" name="Text 12"/>
          <p:cNvSpPr/>
          <p:nvPr/>
        </p:nvSpPr>
        <p:spPr>
          <a:xfrm>
            <a:off x="4071640" y="315471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71640" y="346122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HTML, CSS, Bootstrap, JavaScript, Plotly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08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Expected Outcomes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7351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47355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High-Accuracy Detection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75322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Threat detection with confidence scores quantifying model certainty for each classification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87351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4735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Attack Classification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95386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categorization of attack types paired with severity assessment and priority scoring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87351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4735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953866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Graphical analysis interface providing real-time visibility into system security posture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87351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47355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Intelligent Recommendations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75322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Context-aware guidance delivered directly to security teams for rapid, informed response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8742"/>
            <a:ext cx="2645866" cy="26458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65537" y="879946"/>
            <a:ext cx="5187032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Why This Project Matters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4502" y="1427894"/>
            <a:ext cx="196007" cy="1960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90218" y="1423839"/>
            <a:ext cx="476235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Real-World Relevance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3890218" y="1748433"/>
            <a:ext cx="476235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Addresses a critical, unsolved problem in enterprise and institutional cybersecurity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4502" y="2194285"/>
            <a:ext cx="196007" cy="1960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90218" y="2190229"/>
            <a:ext cx="476235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AI/ML Applied to Security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3890218" y="2514823"/>
            <a:ext cx="476235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Demonstrates practical application of artificial intelligence in a high-stakes domain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4502" y="2960675"/>
            <a:ext cx="196007" cy="19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90218" y="2956620"/>
            <a:ext cx="476235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Scalable Architecture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3890218" y="3281214"/>
            <a:ext cx="476235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Designed for large-scale deployment across diverse organizational environments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4502" y="3727066"/>
            <a:ext cx="196007" cy="1960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90218" y="3723010"/>
            <a:ext cx="476235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Research Potential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3890218" y="4047604"/>
            <a:ext cx="476235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 industrial relevance with clear pathways for continued academic investigation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12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Future Enhancements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934965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</p:sp>
      <p:sp>
        <p:nvSpPr>
          <p:cNvPr id="4" name="Shape 2"/>
          <p:cNvSpPr/>
          <p:nvPr/>
        </p:nvSpPr>
        <p:spPr>
          <a:xfrm>
            <a:off x="2063725" y="2509689"/>
            <a:ext cx="19050" cy="425276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</p:sp>
      <p:sp>
        <p:nvSpPr>
          <p:cNvPr id="5" name="Shape 3"/>
          <p:cNvSpPr/>
          <p:nvPr/>
        </p:nvSpPr>
        <p:spPr>
          <a:xfrm>
            <a:off x="1913781" y="27754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6950" y="2802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7877" y="1607790"/>
            <a:ext cx="28708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Live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1914302"/>
            <a:ext cx="28708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intrusion detection with live packet capture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29558" y="2934965"/>
            <a:ext cx="19050" cy="425276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</p:sp>
      <p:sp>
        <p:nvSpPr>
          <p:cNvPr id="10" name="Shape 8"/>
          <p:cNvSpPr/>
          <p:nvPr/>
        </p:nvSpPr>
        <p:spPr>
          <a:xfrm>
            <a:off x="3579614" y="27754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2783" y="2802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303636" y="3502000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IoT &amp; Cloud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03636" y="3808512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Integration with IoT ecosystems and cloud security platforms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5317" y="2509689"/>
            <a:ext cx="19050" cy="425276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5373" y="27754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98542" y="2802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969395" y="1607790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Deep Learning &amp; XAI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69395" y="1914302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Advanced deep learning models with explainable AI for audit-ready decisions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61150" y="2934965"/>
            <a:ext cx="19050" cy="425276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</p:sp>
      <p:sp>
        <p:nvSpPr>
          <p:cNvPr id="20" name="Shape 18"/>
          <p:cNvSpPr/>
          <p:nvPr/>
        </p:nvSpPr>
        <p:spPr>
          <a:xfrm>
            <a:off x="6911206" y="27754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4375" y="2802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35228" y="3502000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SIEM &amp; Mobile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35228" y="3808512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Integration with SIEM platforms and mobile monitoring interfaces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9E6F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1305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Thank You</a:t>
            </a: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On-screen Show (16:9)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Outfit ExtraBold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bitto binoy</dc:creator>
  <cp:lastModifiedBy>bitto binoy</cp:lastModifiedBy>
  <cp:revision>2</cp:revision>
  <dcterms:created xsi:type="dcterms:W3CDTF">2026-08-03T10:02:13Z</dcterms:created>
  <dcterms:modified xsi:type="dcterms:W3CDTF">2026-09-14T15:33:33Z</dcterms:modified>
</cp:coreProperties>
</file>